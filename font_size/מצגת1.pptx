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3971" autoAdjust="0"/>
    <p:restoredTop sz="94660"/>
  </p:normalViewPr>
  <p:slideViewPr>
    <p:cSldViewPr snapToGrid="0">
      <p:cViewPr varScale="1">
        <p:scale>
          <a:sx n="85" d="100"/>
          <a:sy n="85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93D5CDA-5C44-BFCE-7B62-9CEC7D633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6D3E1B0-3D76-3723-C7E3-BB43ECFE7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171D701-8BFF-CA24-9D6A-AA09A29E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8AE6876-8AF5-6A04-DBAF-7E9C68C9D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F913E4B-F9D6-82A8-6662-C9AF4616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936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E149F2-EA5C-961D-10C5-CC0B93139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CD9613-EAA0-7D24-F813-92B60B3D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3DACC89-AE0D-EA43-F140-B4430B2B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7DCED8-B5D5-8D80-D1B3-53CA8707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D02F9D-06C0-DD58-9687-FB805E35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3326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0AB5206-AE11-0355-424A-2903D9E5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AD79CBA-F655-DD6B-3253-FA7F9494F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44B079-5283-9F48-1616-5391691F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B8F2759-8AAE-4C9F-6FB8-041D0507E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DC5FBD-ED94-B8AA-CD9F-48D1DC4D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789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25DA77-1EF6-DB31-AA70-2645F1A89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B36578F-BE7F-5472-AD78-255584FAD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A446F9B6-707A-47EE-F995-A65707D53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5C6366B-3D9B-F6ED-DB89-637D7E6E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3C41768-428D-0E4E-1237-ABE0909EF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57B54D5-BB6A-1DC4-48E5-EDAC88B34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9798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A21087-1BD8-885E-5D4A-652B29D0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FDAAF2D-5184-B749-EC89-C4A0077FE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2E8ECA9-C817-691A-9ABE-2BB344B52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B9DE403D-FE8E-9C25-DB35-D2D7908D7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46A7F0B-6984-2E6A-06C7-A80F9E7F2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81B09F5F-6291-E0F9-F659-F11663047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3029314-A0F5-123A-6134-1CD3504D3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1D27CBB-17A0-FB66-7B50-52BED533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8728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BBECCD-CC53-D6BD-1F61-5C4341AD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F862815-0A13-C011-5149-54273E94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B601961-D130-EFAE-1E4F-9DB636F6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0E049C1-40EF-31E1-1BFE-56C073B4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285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677B36D-F429-6C09-A3E8-09605A54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89B95238-1910-CBC5-F6D9-6A922E37B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DD289BF-AF3F-529F-885D-575C45E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751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C97BB33-6BBD-785F-9866-74C3E057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83CE59-096A-C6F0-F0B5-55E697E68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AB5A9DB-7892-3654-F665-FD8427C4E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34147C4-FF37-BED9-7046-DEC50354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B4FA208-3654-64E7-BBD3-146C17F6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062F86E-1600-1F14-040B-00A7A95E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709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B3AE33-96BD-C811-56BB-BA37639D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18095766-62F9-09B0-393C-7EAA7C5C5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9C8C0E5-84C4-79B0-8813-CE06EAB81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E25DFFD-5F45-7BA5-4599-98314771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582E4BD-4BE0-4BB3-78BA-281FCC929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670BC28-5CC1-EABC-8A1A-430D3F077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8407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C264632-13AB-5EDC-A7AF-06711459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297E058-A31A-191A-60FC-730C888CF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5EAE3C5-910D-27C4-736C-07F8FB4C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1F451A1-1E35-4ADA-F4CE-52A51ED4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9F8943-21CD-9B06-F20A-7D82D438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722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9656DEB-FF87-0DBD-49FE-5E32D28DC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CA4578D-A6C8-6FAD-F103-A66102FA1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C9559E-EC8A-55E6-76DA-82FF98D8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4D46A73-5C14-455F-D6FF-BD361A23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A0AD51F-AD0D-B419-57DF-23F7F6A20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666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CB68CD-C775-9677-C3DF-20DDDA26B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F1A9D7A-4F94-5C7D-E3DF-59E7FAF6B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B020C23-AAD6-95B5-655F-86527FA6DE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CE468-4F8A-474C-AD6A-5D99C2D8CE50}" type="datetimeFigureOut">
              <a:rPr lang="he-IL" smtClean="0"/>
              <a:t>י"א/תמוז/תשפ"ג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FE5CFA-8A66-BD70-08AC-1CFE4AEB7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58830C-5FA5-D066-2939-A8789B7D6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D1D2A-0D31-434A-817B-DCD1D834117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637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F0B4F3-A012-B87B-1534-F3D3F36AC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5A71EA6-947F-314C-C718-E12E620D7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19809F1-102B-22BB-70A6-6ABC2C70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6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588C18-A8D5-C8E4-1C35-9DCFF5D78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EED7903-7AC9-CF92-D6B3-A142B6999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44A2BBB1-CF9E-7873-3F94-9E43C5DFC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615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4108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מסך רחב</PresentationFormat>
  <Paragraphs>0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Naftali Bilig</dc:creator>
  <cp:lastModifiedBy>Naftali Bilig</cp:lastModifiedBy>
  <cp:revision>1</cp:revision>
  <dcterms:created xsi:type="dcterms:W3CDTF">2023-06-30T06:18:15Z</dcterms:created>
  <dcterms:modified xsi:type="dcterms:W3CDTF">2023-06-30T06:30:11Z</dcterms:modified>
</cp:coreProperties>
</file>